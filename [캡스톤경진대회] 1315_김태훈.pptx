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1602700" cy="32404050"/>
  <p:notesSz cx="6858000" cy="9144000"/>
  <p:embeddedFontLst>
    <p:embeddedFont>
      <p:font typeface="맑은 고딕" panose="020B0503020000020004" pitchFamily="50" charset="-127"/>
      <p:regular r:id="rId4"/>
      <p:bold r:id="rId5"/>
    </p:embeddedFont>
  </p:embeddedFontLst>
  <p:defaultTextStyle>
    <a:defPPr>
      <a:defRPr lang="ko-KR"/>
    </a:defPPr>
    <a:lvl1pPr marL="0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1pPr>
    <a:lvl2pPr marL="1542865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2pPr>
    <a:lvl3pPr marL="3085730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3pPr>
    <a:lvl4pPr marL="4628595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4pPr>
    <a:lvl5pPr marL="6171459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5pPr>
    <a:lvl6pPr marL="7714324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6pPr>
    <a:lvl7pPr marL="9257189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7pPr>
    <a:lvl8pPr marL="10800054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8pPr>
    <a:lvl9pPr marL="12342919" algn="l" defTabSz="3085730" rtl="0" eaLnBrk="1" latinLnBrk="1" hangingPunct="1">
      <a:defRPr sz="6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  <p15:guide id="3" pos="5421">
          <p15:clr>
            <a:srgbClr val="A4A3A4"/>
          </p15:clr>
        </p15:guide>
        <p15:guide id="4" orient="horz" pos="10206">
          <p15:clr>
            <a:srgbClr val="A4A3A4"/>
          </p15:clr>
        </p15:guide>
        <p15:guide id="5" pos="6804">
          <p15:clr>
            <a:srgbClr val="A4A3A4"/>
          </p15:clr>
        </p15:guide>
        <p15:guide id="6" pos="36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6D27"/>
    <a:srgbClr val="FFCC66"/>
    <a:srgbClr val="005B9E"/>
    <a:srgbClr val="A5C36B"/>
    <a:srgbClr val="5D7C40"/>
    <a:srgbClr val="0066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166" autoAdjust="0"/>
  </p:normalViewPr>
  <p:slideViewPr>
    <p:cSldViewPr>
      <p:cViewPr varScale="1">
        <p:scale>
          <a:sx n="18" d="100"/>
          <a:sy n="18" d="100"/>
        </p:scale>
        <p:origin x="2630" y="110"/>
      </p:cViewPr>
      <p:guideLst>
        <p:guide orient="horz" pos="13608"/>
        <p:guide pos="10206"/>
        <p:guide pos="5421"/>
        <p:guide orient="horz" pos="10206"/>
        <p:guide pos="6804"/>
        <p:guide pos="3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ACDB5-CA3A-4F0F-9F46-BD240274F497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7F003-3CA9-4759-8CD5-E417B5406E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762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26532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53064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979597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06129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632661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7F003-3CA9-4759-8CD5-E417B5406E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75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20203" y="10066260"/>
            <a:ext cx="18362295" cy="694586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240406" y="18362295"/>
            <a:ext cx="15121890" cy="828103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42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85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62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171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71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2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800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342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06465" y="20822605"/>
            <a:ext cx="18362295" cy="6435805"/>
          </a:xfrm>
        </p:spPr>
        <p:txBody>
          <a:bodyPr anchor="t"/>
          <a:lstStyle>
            <a:lvl1pPr algn="l">
              <a:defRPr sz="135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06465" y="13734221"/>
            <a:ext cx="18362295" cy="7088384"/>
          </a:xfrm>
        </p:spPr>
        <p:txBody>
          <a:bodyPr anchor="b"/>
          <a:lstStyle>
            <a:lvl1pPr marL="0" indent="0">
              <a:buNone/>
              <a:defRPr sz="6800">
                <a:solidFill>
                  <a:schemeClr val="tx1">
                    <a:tint val="75000"/>
                  </a:schemeClr>
                </a:solidFill>
              </a:defRPr>
            </a:lvl1pPr>
            <a:lvl2pPr marL="1542865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2pPr>
            <a:lvl3pPr marL="30857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3pPr>
            <a:lvl4pPr marL="4628595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4pPr>
            <a:lvl5pPr marL="6171459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5pPr>
            <a:lvl6pPr marL="7714324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6pPr>
            <a:lvl7pPr marL="9257189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7pPr>
            <a:lvl8pPr marL="10800054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8pPr>
            <a:lvl9pPr marL="12342919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80135" y="7560948"/>
            <a:ext cx="9541193" cy="21385175"/>
          </a:xfrm>
        </p:spPr>
        <p:txBody>
          <a:bodyPr/>
          <a:lstStyle>
            <a:lvl1pPr>
              <a:defRPr sz="94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981373" y="7560948"/>
            <a:ext cx="9541193" cy="21385175"/>
          </a:xfrm>
        </p:spPr>
        <p:txBody>
          <a:bodyPr/>
          <a:lstStyle>
            <a:lvl1pPr>
              <a:defRPr sz="9400"/>
            </a:lvl1pPr>
            <a:lvl2pPr>
              <a:defRPr sz="8100"/>
            </a:lvl2pPr>
            <a:lvl3pPr>
              <a:defRPr sz="68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80135" y="7253409"/>
            <a:ext cx="9544944" cy="3022876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2865" indent="0">
              <a:buNone/>
              <a:defRPr sz="6800" b="1"/>
            </a:lvl2pPr>
            <a:lvl3pPr marL="3085730" indent="0">
              <a:buNone/>
              <a:defRPr sz="6100" b="1"/>
            </a:lvl3pPr>
            <a:lvl4pPr marL="4628595" indent="0">
              <a:buNone/>
              <a:defRPr sz="5400" b="1"/>
            </a:lvl4pPr>
            <a:lvl5pPr marL="6171459" indent="0">
              <a:buNone/>
              <a:defRPr sz="5400" b="1"/>
            </a:lvl5pPr>
            <a:lvl6pPr marL="7714324" indent="0">
              <a:buNone/>
              <a:defRPr sz="5400" b="1"/>
            </a:lvl6pPr>
            <a:lvl7pPr marL="9257189" indent="0">
              <a:buNone/>
              <a:defRPr sz="5400" b="1"/>
            </a:lvl7pPr>
            <a:lvl8pPr marL="10800054" indent="0">
              <a:buNone/>
              <a:defRPr sz="5400" b="1"/>
            </a:lvl8pPr>
            <a:lvl9pPr marL="12342919" indent="0">
              <a:buNone/>
              <a:defRPr sz="5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80135" y="10276285"/>
            <a:ext cx="9544944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0973873" y="7253409"/>
            <a:ext cx="9548693" cy="3022876"/>
          </a:xfrm>
        </p:spPr>
        <p:txBody>
          <a:bodyPr anchor="b"/>
          <a:lstStyle>
            <a:lvl1pPr marL="0" indent="0">
              <a:buNone/>
              <a:defRPr sz="8100" b="1"/>
            </a:lvl1pPr>
            <a:lvl2pPr marL="1542865" indent="0">
              <a:buNone/>
              <a:defRPr sz="6800" b="1"/>
            </a:lvl2pPr>
            <a:lvl3pPr marL="3085730" indent="0">
              <a:buNone/>
              <a:defRPr sz="6100" b="1"/>
            </a:lvl3pPr>
            <a:lvl4pPr marL="4628595" indent="0">
              <a:buNone/>
              <a:defRPr sz="5400" b="1"/>
            </a:lvl4pPr>
            <a:lvl5pPr marL="6171459" indent="0">
              <a:buNone/>
              <a:defRPr sz="5400" b="1"/>
            </a:lvl5pPr>
            <a:lvl6pPr marL="7714324" indent="0">
              <a:buNone/>
              <a:defRPr sz="5400" b="1"/>
            </a:lvl6pPr>
            <a:lvl7pPr marL="9257189" indent="0">
              <a:buNone/>
              <a:defRPr sz="5400" b="1"/>
            </a:lvl7pPr>
            <a:lvl8pPr marL="10800054" indent="0">
              <a:buNone/>
              <a:defRPr sz="5400" b="1"/>
            </a:lvl8pPr>
            <a:lvl9pPr marL="12342919" indent="0">
              <a:buNone/>
              <a:defRPr sz="5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0973873" y="10276285"/>
            <a:ext cx="9548693" cy="18669836"/>
          </a:xfrm>
        </p:spPr>
        <p:txBody>
          <a:bodyPr/>
          <a:lstStyle>
            <a:lvl1pPr>
              <a:defRPr sz="8100"/>
            </a:lvl1pPr>
            <a:lvl2pPr>
              <a:defRPr sz="6800"/>
            </a:lvl2pPr>
            <a:lvl3pPr>
              <a:defRPr sz="610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80137" y="1290162"/>
            <a:ext cx="7107139" cy="5490686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446056" y="1290164"/>
            <a:ext cx="12076509" cy="27655959"/>
          </a:xfrm>
        </p:spPr>
        <p:txBody>
          <a:bodyPr/>
          <a:lstStyle>
            <a:lvl1pPr>
              <a:defRPr sz="10800"/>
            </a:lvl1pPr>
            <a:lvl2pPr>
              <a:defRPr sz="9400"/>
            </a:lvl2pPr>
            <a:lvl3pPr>
              <a:defRPr sz="8100"/>
            </a:lvl3pPr>
            <a:lvl4pPr>
              <a:defRPr sz="6800"/>
            </a:lvl4pPr>
            <a:lvl5pPr>
              <a:defRPr sz="6800"/>
            </a:lvl5pPr>
            <a:lvl6pPr>
              <a:defRPr sz="6800"/>
            </a:lvl6pPr>
            <a:lvl7pPr>
              <a:defRPr sz="6800"/>
            </a:lvl7pPr>
            <a:lvl8pPr>
              <a:defRPr sz="6800"/>
            </a:lvl8pPr>
            <a:lvl9pPr>
              <a:defRPr sz="6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80137" y="6780850"/>
            <a:ext cx="7107139" cy="22165273"/>
          </a:xfrm>
        </p:spPr>
        <p:txBody>
          <a:bodyPr/>
          <a:lstStyle>
            <a:lvl1pPr marL="0" indent="0">
              <a:buNone/>
              <a:defRPr sz="4700"/>
            </a:lvl1pPr>
            <a:lvl2pPr marL="1542865" indent="0">
              <a:buNone/>
              <a:defRPr sz="4100"/>
            </a:lvl2pPr>
            <a:lvl3pPr marL="3085730" indent="0">
              <a:buNone/>
              <a:defRPr sz="3400"/>
            </a:lvl3pPr>
            <a:lvl4pPr marL="4628595" indent="0">
              <a:buNone/>
              <a:defRPr sz="3100"/>
            </a:lvl4pPr>
            <a:lvl5pPr marL="6171459" indent="0">
              <a:buNone/>
              <a:defRPr sz="3100"/>
            </a:lvl5pPr>
            <a:lvl6pPr marL="7714324" indent="0">
              <a:buNone/>
              <a:defRPr sz="3100"/>
            </a:lvl6pPr>
            <a:lvl7pPr marL="9257189" indent="0">
              <a:buNone/>
              <a:defRPr sz="3100"/>
            </a:lvl7pPr>
            <a:lvl8pPr marL="10800054" indent="0">
              <a:buNone/>
              <a:defRPr sz="3100"/>
            </a:lvl8pPr>
            <a:lvl9pPr marL="12342919" indent="0">
              <a:buNone/>
              <a:defRPr sz="3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34281" y="22682835"/>
            <a:ext cx="12961620" cy="2677837"/>
          </a:xfrm>
        </p:spPr>
        <p:txBody>
          <a:bodyPr anchor="b"/>
          <a:lstStyle>
            <a:lvl1pPr algn="l">
              <a:defRPr sz="6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34281" y="2895362"/>
            <a:ext cx="12961620" cy="19442430"/>
          </a:xfrm>
        </p:spPr>
        <p:txBody>
          <a:bodyPr/>
          <a:lstStyle>
            <a:lvl1pPr marL="0" indent="0">
              <a:buNone/>
              <a:defRPr sz="10800"/>
            </a:lvl1pPr>
            <a:lvl2pPr marL="1542865" indent="0">
              <a:buNone/>
              <a:defRPr sz="9400"/>
            </a:lvl2pPr>
            <a:lvl3pPr marL="3085730" indent="0">
              <a:buNone/>
              <a:defRPr sz="8100"/>
            </a:lvl3pPr>
            <a:lvl4pPr marL="4628595" indent="0">
              <a:buNone/>
              <a:defRPr sz="6800"/>
            </a:lvl4pPr>
            <a:lvl5pPr marL="6171459" indent="0">
              <a:buNone/>
              <a:defRPr sz="6800"/>
            </a:lvl5pPr>
            <a:lvl6pPr marL="7714324" indent="0">
              <a:buNone/>
              <a:defRPr sz="6800"/>
            </a:lvl6pPr>
            <a:lvl7pPr marL="9257189" indent="0">
              <a:buNone/>
              <a:defRPr sz="6800"/>
            </a:lvl7pPr>
            <a:lvl8pPr marL="10800054" indent="0">
              <a:buNone/>
              <a:defRPr sz="6800"/>
            </a:lvl8pPr>
            <a:lvl9pPr marL="12342919" indent="0">
              <a:buNone/>
              <a:defRPr sz="68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234281" y="25360672"/>
            <a:ext cx="12961620" cy="3802973"/>
          </a:xfrm>
        </p:spPr>
        <p:txBody>
          <a:bodyPr/>
          <a:lstStyle>
            <a:lvl1pPr marL="0" indent="0">
              <a:buNone/>
              <a:defRPr sz="4700"/>
            </a:lvl1pPr>
            <a:lvl2pPr marL="1542865" indent="0">
              <a:buNone/>
              <a:defRPr sz="4100"/>
            </a:lvl2pPr>
            <a:lvl3pPr marL="3085730" indent="0">
              <a:buNone/>
              <a:defRPr sz="3400"/>
            </a:lvl3pPr>
            <a:lvl4pPr marL="4628595" indent="0">
              <a:buNone/>
              <a:defRPr sz="3100"/>
            </a:lvl4pPr>
            <a:lvl5pPr marL="6171459" indent="0">
              <a:buNone/>
              <a:defRPr sz="3100"/>
            </a:lvl5pPr>
            <a:lvl6pPr marL="7714324" indent="0">
              <a:buNone/>
              <a:defRPr sz="3100"/>
            </a:lvl6pPr>
            <a:lvl7pPr marL="9257189" indent="0">
              <a:buNone/>
              <a:defRPr sz="3100"/>
            </a:lvl7pPr>
            <a:lvl8pPr marL="10800054" indent="0">
              <a:buNone/>
              <a:defRPr sz="3100"/>
            </a:lvl8pPr>
            <a:lvl9pPr marL="12342919" indent="0">
              <a:buNone/>
              <a:defRPr sz="3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5661958" y="1297667"/>
            <a:ext cx="4860607" cy="276484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80136" y="1297667"/>
            <a:ext cx="14221777" cy="276484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80136" y="1297664"/>
            <a:ext cx="19442430" cy="5400675"/>
          </a:xfrm>
          <a:prstGeom prst="rect">
            <a:avLst/>
          </a:prstGeom>
        </p:spPr>
        <p:txBody>
          <a:bodyPr vert="horz" lIns="308573" tIns="154286" rIns="308573" bIns="154286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80136" y="7560948"/>
            <a:ext cx="19442430" cy="21385175"/>
          </a:xfrm>
          <a:prstGeom prst="rect">
            <a:avLst/>
          </a:prstGeom>
        </p:spPr>
        <p:txBody>
          <a:bodyPr vert="horz" lIns="308573" tIns="154286" rIns="308573" bIns="15428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80136" y="30033756"/>
            <a:ext cx="5040630" cy="1725216"/>
          </a:xfrm>
          <a:prstGeom prst="rect">
            <a:avLst/>
          </a:prstGeom>
        </p:spPr>
        <p:txBody>
          <a:bodyPr vert="horz" lIns="308573" tIns="154286" rIns="308573" bIns="154286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2020-10-26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</p:spPr>
        <p:txBody>
          <a:bodyPr vert="horz" lIns="308573" tIns="154286" rIns="308573" bIns="154286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5481936" y="30033756"/>
            <a:ext cx="5040630" cy="1725216"/>
          </a:xfrm>
          <a:prstGeom prst="rect">
            <a:avLst/>
          </a:prstGeom>
        </p:spPr>
        <p:txBody>
          <a:bodyPr vert="horz" lIns="308573" tIns="154286" rIns="308573" bIns="154286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85730" rtl="0" eaLnBrk="1" latinLnBrk="1" hangingPunct="1">
        <a:spcBef>
          <a:spcPct val="0"/>
        </a:spcBef>
        <a:buNone/>
        <a:defRPr sz="1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7149" indent="-1157149" algn="l" defTabSz="3085730" rtl="0" eaLnBrk="1" latinLnBrk="1" hangingPunct="1">
        <a:spcBef>
          <a:spcPct val="20000"/>
        </a:spcBef>
        <a:buFont typeface="Arial" pitchFamily="34" charset="0"/>
        <a:buChar char="•"/>
        <a:defRPr sz="10800" kern="1200">
          <a:solidFill>
            <a:schemeClr val="tx1"/>
          </a:solidFill>
          <a:latin typeface="+mn-lt"/>
          <a:ea typeface="+mn-ea"/>
          <a:cs typeface="+mn-cs"/>
        </a:defRPr>
      </a:lvl1pPr>
      <a:lvl2pPr marL="2507156" indent="-964291" algn="l" defTabSz="3085730" rtl="0" eaLnBrk="1" latinLnBrk="1" hangingPunct="1">
        <a:spcBef>
          <a:spcPct val="20000"/>
        </a:spcBef>
        <a:buFont typeface="Arial" pitchFamily="34" charset="0"/>
        <a:buChar char="–"/>
        <a:defRPr sz="9400" kern="1200">
          <a:solidFill>
            <a:schemeClr val="tx1"/>
          </a:solidFill>
          <a:latin typeface="+mn-lt"/>
          <a:ea typeface="+mn-ea"/>
          <a:cs typeface="+mn-cs"/>
        </a:defRPr>
      </a:lvl2pPr>
      <a:lvl3pPr marL="3857162" indent="-771432" algn="l" defTabSz="3085730" rtl="0" eaLnBrk="1" latinLnBrk="1" hangingPunct="1">
        <a:spcBef>
          <a:spcPct val="20000"/>
        </a:spcBef>
        <a:buFont typeface="Arial" pitchFamily="34" charset="0"/>
        <a:buChar char="•"/>
        <a:defRPr sz="81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27" indent="-771432" algn="l" defTabSz="3085730" rtl="0" eaLnBrk="1" latinLnBrk="1" hangingPunct="1">
        <a:spcBef>
          <a:spcPct val="20000"/>
        </a:spcBef>
        <a:buFont typeface="Arial" pitchFamily="34" charset="0"/>
        <a:buChar char="–"/>
        <a:defRPr sz="6800" kern="1200">
          <a:solidFill>
            <a:schemeClr val="tx1"/>
          </a:solidFill>
          <a:latin typeface="+mn-lt"/>
          <a:ea typeface="+mn-ea"/>
          <a:cs typeface="+mn-cs"/>
        </a:defRPr>
      </a:lvl4pPr>
      <a:lvl5pPr marL="6942892" indent="-771432" algn="l" defTabSz="3085730" rtl="0" eaLnBrk="1" latinLnBrk="1" hangingPunct="1">
        <a:spcBef>
          <a:spcPct val="20000"/>
        </a:spcBef>
        <a:buFont typeface="Arial" pitchFamily="34" charset="0"/>
        <a:buChar char="»"/>
        <a:defRPr sz="6800" kern="1200">
          <a:solidFill>
            <a:schemeClr val="tx1"/>
          </a:solidFill>
          <a:latin typeface="+mn-lt"/>
          <a:ea typeface="+mn-ea"/>
          <a:cs typeface="+mn-cs"/>
        </a:defRPr>
      </a:lvl5pPr>
      <a:lvl6pPr marL="8485757" indent="-771432" algn="l" defTabSz="3085730" rtl="0" eaLnBrk="1" latinLnBrk="1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6pPr>
      <a:lvl7pPr marL="10028621" indent="-771432" algn="l" defTabSz="3085730" rtl="0" eaLnBrk="1" latinLnBrk="1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7pPr>
      <a:lvl8pPr marL="11571486" indent="-771432" algn="l" defTabSz="3085730" rtl="0" eaLnBrk="1" latinLnBrk="1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8pPr>
      <a:lvl9pPr marL="13114351" indent="-771432" algn="l" defTabSz="3085730" rtl="0" eaLnBrk="1" latinLnBrk="1" hangingPunct="1">
        <a:spcBef>
          <a:spcPct val="20000"/>
        </a:spcBef>
        <a:buFont typeface="Arial" pitchFamily="34" charset="0"/>
        <a:buChar char="•"/>
        <a:defRPr sz="6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542865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3085730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3pPr>
      <a:lvl4pPr marL="4628595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4pPr>
      <a:lvl5pPr marL="6171459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5pPr>
      <a:lvl6pPr marL="7714324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6pPr>
      <a:lvl7pPr marL="9257189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54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8pPr>
      <a:lvl9pPr marL="12342919" algn="l" defTabSz="3085730" rtl="0" eaLnBrk="1" latinLnBrk="1" hangingPunct="1">
        <a:defRPr sz="6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44199" y="2076777"/>
            <a:ext cx="20354261" cy="29379264"/>
          </a:xfrm>
          <a:prstGeom prst="rect">
            <a:avLst/>
          </a:prstGeom>
          <a:noFill/>
          <a:ln w="317500" cap="rnd">
            <a:solidFill>
              <a:srgbClr val="005B9E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6" tIns="32653" rIns="65306" bIns="32653" rtlCol="0" anchor="ctr"/>
          <a:lstStyle/>
          <a:p>
            <a:pPr algn="ctr"/>
            <a:endParaRPr lang="ko-KR" altLang="en-US">
              <a:ea typeface="경기천년바탕 Regular" panose="02020503020101020101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908362" y="999337"/>
            <a:ext cx="17905989" cy="3762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06" tIns="32653" rIns="65306" bIns="32653" rtlCol="0" anchor="t"/>
          <a:lstStyle/>
          <a:p>
            <a:pPr algn="ctr"/>
            <a:endParaRPr lang="en-US" altLang="ko-KR" sz="4000" b="1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10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(What to wear)</a:t>
            </a:r>
            <a:endParaRPr lang="en-US" altLang="ko-KR" sz="5000" b="1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  <a:p>
            <a:pPr algn="ctr"/>
            <a:endParaRPr lang="en-US" altLang="ko-KR" sz="4000" b="1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  <a:p>
            <a:pPr algn="ctr"/>
            <a:r>
              <a:rPr lang="ko-KR" altLang="en-US" sz="4000" b="1" spc="-1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팀명</a:t>
            </a:r>
            <a:r>
              <a:rPr lang="en-US" altLang="ko-KR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:  1315            </a:t>
            </a:r>
            <a:r>
              <a:rPr lang="ko-KR" altLang="en-US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팀원</a:t>
            </a:r>
            <a:r>
              <a:rPr lang="en-US" altLang="ko-KR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: </a:t>
            </a:r>
            <a:r>
              <a:rPr lang="ko-KR" altLang="en-US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김태훈</a:t>
            </a:r>
            <a:r>
              <a:rPr lang="en-US" altLang="ko-KR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, </a:t>
            </a:r>
            <a:r>
              <a:rPr lang="ko-KR" altLang="en-US" sz="4000" b="1" spc="-1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김래윤</a:t>
            </a:r>
            <a:r>
              <a:rPr lang="en-US" altLang="ko-KR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         </a:t>
            </a:r>
            <a:r>
              <a:rPr lang="ko-KR" altLang="en-US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지도교수</a:t>
            </a:r>
            <a:r>
              <a:rPr lang="en-US" altLang="ko-KR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: </a:t>
            </a:r>
            <a:r>
              <a:rPr lang="ko-KR" altLang="en-US" sz="4000" b="1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이창훈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188282" y="5438553"/>
            <a:ext cx="9433048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목적</a:t>
            </a:r>
            <a:r>
              <a:rPr lang="en-US" altLang="ko-KR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 </a:t>
            </a:r>
            <a:r>
              <a:rPr lang="ko-KR" altLang="en-US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및 필요성</a:t>
            </a:r>
            <a:endParaRPr lang="en-US" altLang="ko-KR" sz="3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  <a:p>
            <a:endParaRPr lang="en-US" altLang="ko-KR" sz="40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201391" y="16478377"/>
            <a:ext cx="9433048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과제 해결방안 및 수행과정</a:t>
            </a:r>
            <a:endParaRPr lang="en-US" altLang="ko-KR" sz="3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1125386" y="5438553"/>
            <a:ext cx="9433048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작품 사진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10866594" y="16478377"/>
            <a:ext cx="9433048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3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  <a:ea typeface="경기천년바탕 Regular" panose="02020503020101020101" pitchFamily="18" charset="-127"/>
              </a:rPr>
              <a:t>기 대 효 과</a:t>
            </a:r>
            <a:endParaRPr lang="en-US" altLang="ko-KR" sz="3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515525"/>
            <a:ext cx="184731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-515525"/>
            <a:ext cx="184731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10853485" y="15445941"/>
            <a:ext cx="9433048" cy="9650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spc="-3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/>
              </a:solidFill>
              <a:ea typeface="경기천년바탕 Regular" panose="02020503020101020101" pitchFamily="18" charset="-127"/>
            </a:endParaRPr>
          </a:p>
        </p:txBody>
      </p:sp>
      <p:sp>
        <p:nvSpPr>
          <p:cNvPr id="26" name="Rectangle 89"/>
          <p:cNvSpPr>
            <a:spLocks noChangeArrowheads="1"/>
          </p:cNvSpPr>
          <p:nvPr/>
        </p:nvSpPr>
        <p:spPr bwMode="auto">
          <a:xfrm>
            <a:off x="304800" y="17875"/>
            <a:ext cx="184731" cy="1031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ea typeface="경기천년바탕 Regular" panose="020205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5CA4F3-BA56-4E4C-BA22-A83EAFE4B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3733" y="6904129"/>
            <a:ext cx="4675909" cy="83213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809DAD-9FEE-43A5-93BE-AC62F5E6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951" y="6904129"/>
            <a:ext cx="4675909" cy="8321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4FD0F5-A056-4FE8-AAD1-EECDF8DDCF7B}"/>
              </a:ext>
            </a:extLst>
          </p:cNvPr>
          <p:cNvSpPr txBox="1"/>
          <p:nvPr/>
        </p:nvSpPr>
        <p:spPr>
          <a:xfrm>
            <a:off x="1489351" y="6139280"/>
            <a:ext cx="8810112" cy="1024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dirty="0">
                <a:ea typeface="경기천년바탕 Regular" panose="02020503020101020101" pitchFamily="18" charset="-127"/>
              </a:rPr>
              <a:t>  날씨 확인을 제대로 하지 않아 밖에 나가 곤란한 적이 많았습니다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날씨는 곧 옷차림과 직결되기 때 문입니다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예컨대 파란 하늘을 보고 우산 없이 외출했지만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오후가 되면 갑자기 비가 시작되기도 합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4000" dirty="0">
                <a:ea typeface="경기천년바탕 Regular" panose="02020503020101020101" pitchFamily="18" charset="-127"/>
              </a:rPr>
              <a:t> 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이를 미리 알기 위해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네이버나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 다른 웹사이트에 날씨를 검색하면 시간이 오래 걸립니다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따라 서 날씨와 날씨에 따른 옷차림을 알려주는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어플을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 개발하고 싶어 개발하게 되었습니다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endParaRPr lang="ko-KR" altLang="en-US" sz="4000" dirty="0">
              <a:ea typeface="경기천년바탕 Regular" panose="020205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4CAA7-CF2B-41E1-A0AC-4B15885FAD95}"/>
              </a:ext>
            </a:extLst>
          </p:cNvPr>
          <p:cNvSpPr txBox="1"/>
          <p:nvPr/>
        </p:nvSpPr>
        <p:spPr>
          <a:xfrm>
            <a:off x="1593062" y="17465680"/>
            <a:ext cx="8810112" cy="1105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ea typeface="경기천년바탕 Regular" panose="02020503020101020101" pitchFamily="18" charset="-127"/>
              </a:rPr>
              <a:t>  React-native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를 사용하면 </a:t>
            </a:r>
            <a:r>
              <a:rPr lang="en-US" altLang="ko-KR" sz="4000" dirty="0" err="1">
                <a:ea typeface="경기천년바탕 Regular" panose="02020503020101020101" pitchFamily="18" charset="-127"/>
              </a:rPr>
              <a:t>ios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android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두 플랫폼 모두 작동한다는 이점이 있었습니다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기존 수업시간 에 배운 </a:t>
            </a:r>
            <a:r>
              <a:rPr lang="en-US" altLang="ko-KR" sz="4000" dirty="0" err="1">
                <a:ea typeface="경기천년바탕 Regular" panose="02020503020101020101" pitchFamily="18" charset="-127"/>
              </a:rPr>
              <a:t>javascript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언어를 활용했습니다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4000" dirty="0">
              <a:ea typeface="경기천년바탕 Regular" panose="020205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000" dirty="0">
                <a:ea typeface="경기천년바탕 Regular" panose="02020503020101020101" pitchFamily="18" charset="-127"/>
              </a:rPr>
              <a:t>  핸드폰의 위치 정보를 얻어 나의 현재 위치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(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경도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위도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)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를 파악하고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파악한 위치를 기반으로  </a:t>
            </a:r>
            <a:r>
              <a:rPr lang="en-US" altLang="ko-KR" sz="4000" dirty="0" err="1">
                <a:ea typeface="경기천년바탕 Regular" panose="02020503020101020101" pitchFamily="18" charset="-127"/>
              </a:rPr>
              <a:t>openweathermap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에서 날씨 정보를 얻어 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API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를 통해 각 날씨에 맞게 연출하였습니다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4000" dirty="0">
                <a:ea typeface="경기천년바탕 Regular" panose="02020503020101020101" pitchFamily="18" charset="-127"/>
              </a:rPr>
              <a:t>5</a:t>
            </a:r>
            <a:endParaRPr lang="ko-KR" altLang="en-US" sz="4000" dirty="0">
              <a:ea typeface="경기천년바탕 Regular" panose="020205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AF501-0BC9-4A01-BA13-C7FF90777F4B}"/>
              </a:ext>
            </a:extLst>
          </p:cNvPr>
          <p:cNvSpPr txBox="1"/>
          <p:nvPr/>
        </p:nvSpPr>
        <p:spPr>
          <a:xfrm>
            <a:off x="11125386" y="17465680"/>
            <a:ext cx="8810112" cy="101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000" dirty="0">
                <a:ea typeface="경기천년바탕 Regular" panose="02020503020101020101" pitchFamily="18" charset="-127"/>
              </a:rPr>
              <a:t> 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네이버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구글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 등과 같이 다른 검색엔진을 통한 검색보다 한 번의 터치가 편리합니다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또한 </a:t>
            </a:r>
            <a:r>
              <a:rPr lang="ko-KR" altLang="en-US" sz="4000" dirty="0" err="1">
                <a:ea typeface="경기천년바탕 Regular" panose="02020503020101020101" pitchFamily="18" charset="-127"/>
              </a:rPr>
              <a:t>앱이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 무겁지 않기 때문에 빠른 시간 안에 로딩이 가능합니다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 </a:t>
            </a:r>
          </a:p>
          <a:p>
            <a:pPr>
              <a:lnSpc>
                <a:spcPct val="150000"/>
              </a:lnSpc>
            </a:pPr>
            <a:endParaRPr lang="en-US" altLang="ko-KR" sz="4000" dirty="0">
              <a:ea typeface="경기천년바탕 Regular" panose="020205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000" dirty="0">
                <a:ea typeface="경기천년바탕 Regular" panose="02020503020101020101" pitchFamily="18" charset="-127"/>
              </a:rPr>
              <a:t> 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한 눈에 직관적으로 볼 수 있도록 아이콘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배경 등을 배치한 점이 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UI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의 장점입니다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밑부분에 작은 사이즈의 광고를 놓으면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, </a:t>
            </a:r>
            <a:r>
              <a:rPr lang="ko-KR" altLang="en-US" sz="4000" dirty="0">
                <a:ea typeface="경기천년바탕 Regular" panose="02020503020101020101" pitchFamily="18" charset="-127"/>
              </a:rPr>
              <a:t>부가적 수입을 얻을 수 있다고 예상합니다</a:t>
            </a:r>
            <a:r>
              <a:rPr lang="en-US" altLang="ko-KR" sz="4000" dirty="0">
                <a:ea typeface="경기천년바탕 Regular" panose="02020503020101020101" pitchFamily="18" charset="-127"/>
              </a:rPr>
              <a:t>. </a:t>
            </a:r>
            <a:endParaRPr lang="ko-KR" altLang="en-US" sz="4000" dirty="0"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312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12525</TotalTime>
  <Words>203</Words>
  <Application>Microsoft Office PowerPoint</Application>
  <PresentationFormat>사용자 지정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김태훈</cp:lastModifiedBy>
  <cp:revision>187</cp:revision>
  <dcterms:created xsi:type="dcterms:W3CDTF">2006-10-05T04:04:58Z</dcterms:created>
  <dcterms:modified xsi:type="dcterms:W3CDTF">2020-10-26T07:32:16Z</dcterms:modified>
</cp:coreProperties>
</file>